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Intelligence Artificielle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Modèles agentiques autonomes</a:t>
            </a:r>
          </a:p>
          <a:p>
            <a:pPr lvl="0"/>
            <a:r>
              <a:rPr/>
              <a:t>Synthèse multimodale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NeoHarness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Closed-loop Computer Use</a:t>
            </a:r>
          </a:p>
          <a:p>
            <a:pPr lvl="0"/>
            <a:r>
              <a:rPr/>
              <a:t>Compilation Tectonic et Pandoc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2026-10-30T02:17:08Z</dcterms:created>
  <dcterms:modified xsi:type="dcterms:W3CDTF">2026-10-30T02:17:08Z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